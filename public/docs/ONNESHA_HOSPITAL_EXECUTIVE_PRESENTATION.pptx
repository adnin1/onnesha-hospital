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🏥 ONNESHA HOSPITAL MANAGEMENT SYSTEM</a:t>
            </a:r>
          </a:p>
          <a:p>
            <a:pPr>
              <a:spcBef>
                <a:spcPts val="1500"/>
              </a:spcBef>
              <a:defRPr sz="3600" b="1">
                <a:solidFill>
                  <a:srgbClr val="FFFFFF"/>
                </a:solidFill>
              </a:defRPr>
            </a:pPr>
            <a:r>
              <a:t>Master Hospital Staff Operating Guide &amp; SOP</a:t>
            </a:r>
          </a:p>
          <a:p>
            <a:pPr>
              <a:spcBef>
                <a:spcPts val="1500"/>
              </a:spcBef>
              <a:defRPr sz="1800">
                <a:solidFill>
                  <a:srgbClr val="CBD5E1"/>
                </a:solidFill>
              </a:defRPr>
            </a:pPr>
            <a:r>
              <a:t>Comprehensive training manual designed for zero-error hospital operations across all departments.</a:t>
            </a:r>
          </a:p>
          <a:p>
            <a:pPr>
              <a:spcBef>
                <a:spcPts val="3000"/>
              </a:spcBef>
              <a:defRPr sz="1300">
                <a:solidFill>
                  <a:srgbClr val="10B981"/>
                </a:solidFill>
              </a:defRPr>
            </a:pPr>
            <a:r>
              <a:t>✨ Version: 1.1.82 (Production Edge)   |   🌐 Web: https://onnesha-hospital.pages.dev   |   🚀 Ready for Live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846320"/>
            <a:ext cx="3200400" cy="128016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50292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⚡ FAST &amp; INTUITIVE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949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Patient registration in under 30s. Zero complex menus, clean workflows.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846320"/>
            <a:ext cx="3200400" cy="128016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50292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🛡️ ZERO-ERROR 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53949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80mm thermal receipt printing, barcode scanners &amp; automatic browser failover.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846320"/>
            <a:ext cx="3200400" cy="128016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50292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👥 COMPLETE DEPARTMENTS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3949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Reception, OPD Doctors, IPD Beds, Lab, Pharmacy, Billing, OT &amp; Emergency.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ONNESHA HOSPITAL MANAGEMENT SYSTEM (OHMS V1.1.82)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Complete System Topology &amp; Connected Departments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201168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1. Reception &amp; Front Desk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UHID generation, patient search, OPD doctor appointment, live queue token slip.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201168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373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2. OPD &amp; Consultation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945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Doctor chamber login, queue call, vitals recording, e-prescription &amp; test orders.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201168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373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3. Laboratory Diagnostics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Barcode phlebotomy, analyzer result entry, reference ranges, verified QR reports.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14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4. IPD &amp; Bed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572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Visual color bed grid (Green/Red/Yellow), 1-click admission, nursing charts, discharge.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114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5. Pharmacy POS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572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Prescription auto-sync, barcode box scan, expiry validation, instant thermal receipt.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4114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6. Billing &amp; Accounts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572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Consolidated invoice, discounts, referral commissions, bKash/Cash, thermal printing.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FRONT DESK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Reception &amp; Patient Registration SOP (/app/patients)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943600" cy="475488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STEP-BY-STEP OPERATION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Step 1: Universal Search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Always type the patient's 11-digit mobile number or name in the search box first to check existing records.</a:t>
            </a:r>
          </a:p>
          <a:p>
            <a:pPr>
              <a:defRPr sz="1300" b="1">
                <a:solidFill>
                  <a:srgbClr val="0EA5E9"/>
                </a:solidFill>
              </a:defRPr>
            </a:pPr>
            <a:r>
              <a:t>Step 2: Existing Patient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If patient visited before, click their card. UHID (OH-P-XXXXXX) and past history will open immediately.</a:t>
            </a:r>
          </a:p>
          <a:p>
            <a:pPr>
              <a:defRPr sz="1300" b="1">
                <a:solidFill>
                  <a:srgbClr val="0EA5E9"/>
                </a:solidFill>
              </a:defRPr>
            </a:pPr>
            <a:r>
              <a:t>Step 3: New Registration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If not found, click '+ New Patient'. Enter Name, Phone, Age/DOB, Gender, and optional Blood Group. Click Save.</a:t>
            </a:r>
          </a:p>
          <a:p>
            <a:pPr>
              <a:defRPr sz="1300" b="1">
                <a:solidFill>
                  <a:srgbClr val="0EA5E9"/>
                </a:solidFill>
              </a:defRPr>
            </a:pPr>
            <a:r>
              <a:t>Step 4: Issue Doctor Token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Click 'Book Appointment'. Select department &amp; duty doctor. System assigns next Queue Token number.</a:t>
            </a:r>
          </a:p>
          <a:p>
            <a:pPr>
              <a:defRPr sz="1300" b="1">
                <a:solidFill>
                  <a:srgbClr val="0EA5E9"/>
                </a:solidFill>
              </a:defRPr>
            </a:pPr>
            <a:r>
              <a:t>Step 5: Handover Token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Click 'Print Token'. Hand the 80mm printed token slip to the patient and guide them to waiting lounge.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554480"/>
            <a:ext cx="4480560" cy="219456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73736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⭐ GOLDEN RULES FOR RECEPTION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14884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9E0B"/>
                </a:solidFill>
              </a:defRPr>
            </a:pPr>
            <a:r>
              <a:t>• NEVER create duplicate records! Always search by mobile number first.</a:t>
            </a:r>
          </a:p>
          <a:p>
            <a:pPr>
              <a:spcAft>
                <a:spcPts val="400"/>
              </a:spcAft>
              <a:defRPr sz="1100">
                <a:solidFill>
                  <a:srgbClr val="F59E0B"/>
                </a:solidFill>
              </a:defRPr>
            </a:pPr>
            <a:r>
              <a:t>• Double check phone numbers: 11 digits starting with 01.</a:t>
            </a:r>
          </a:p>
          <a:p>
            <a:pPr>
              <a:spcAft>
                <a:spcPts val="400"/>
              </a:spcAft>
              <a:defRPr sz="1100">
                <a:solidFill>
                  <a:srgbClr val="F59E0B"/>
                </a:solidFill>
              </a:defRPr>
            </a:pPr>
            <a:r>
              <a:t>• Ensure emergency cases skip this line and go straight to 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4023360"/>
            <a:ext cx="4480560" cy="228600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420624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⌨️ RECEPTION QUICK SHORTCUTS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4617720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Alt + N:  Open New Patient registration modal instantly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Alt + B:  Jump directly to Billing counter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Ctrl + F5:  Hard refresh cache if any update is announced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Esc:  Close any open dialog or popup window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CLINICAL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OPD Doctor Chamber &amp; Clinical Consultation (/app/opd)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CONSULTATION 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1. Room &amp; Queue Setup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Doctor selects consultation chamber. Active patient queue updates live.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2. Call Next Patient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Click 'Call Next'. Waiting room TV screen automatically chimes and calls the token.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3. Vitals Triaging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Record BP (mmHg), Pulse (bpm), Temp (°F), SpO2 (%). Abnormal values flag in amber/red.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4. Digital Prescription (Rx)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Type medicine name. Select dosage (1+0+1), before/after food, and duration.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5. Diagnostic Investigation Orders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Check required lab tests (CBC, USG, X-Ray). Orders sync automatically to Lab &amp; Billing.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6. Save &amp; Handover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Click 'Save &amp; Print Rx'. Patient receives printed prescription slip.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228600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⚡ SYSTEM AUTOMATIONS FOR DOCTORS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488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Auto-completes drug generics, dosage forms, and standard instructions.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One-click repeat prescription for chronic follow-up patients.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Instant clinical history and past lab reports viewable on one screen.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Zero handwriting confusion for pharmacists or patients.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97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📋 CLINICAL BEST PRACTICES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7091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9E0B"/>
                </a:solidFill>
              </a:defRPr>
            </a:pPr>
            <a:r>
              <a:t>• Always record allergy notes in the red alert banner if reported.</a:t>
            </a:r>
          </a:p>
          <a:p>
            <a:pPr>
              <a:spcAft>
                <a:spcPts val="400"/>
              </a:spcAft>
              <a:defRPr sz="1100">
                <a:solidFill>
                  <a:srgbClr val="F59E0B"/>
                </a:solidFill>
              </a:defRPr>
            </a:pPr>
            <a:r>
              <a:t>• Review previous visit notes before clicking 'Complete'.</a:t>
            </a:r>
          </a:p>
          <a:p>
            <a:pPr>
              <a:spcAft>
                <a:spcPts val="400"/>
              </a:spcAft>
              <a:defRPr sz="1100">
                <a:solidFill>
                  <a:srgbClr val="F59E0B"/>
                </a:solidFill>
              </a:defRPr>
            </a:pPr>
            <a:r>
              <a:t>• Advise patient to present the printed Rx to Billing for lab test billing.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DIAGNOSTIC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Laboratory &amp; Diagnostics Department (/app/lab)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DIAGNOSTIC PATHWAY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Step 1: Order Reception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Scan barcode from invoice or search by UHID. Verified paid orders appear in queue.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Step 2: Phlebotomy / Sample Collection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Collect blood/urine sample. Click 'Sample Collected' and affix printed tube barcode.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Step 3: Analyzer Run &amp; Result Entry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Run sample on hematology/biochemistry analyzer. Enter numeric values in test template.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Step 4: Smart Normal Range Validation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System automatically flags abnormal or critical values in red with high/low badges.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Step 5: Consultant Pathologist Verification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Duty Pathologist reviews and clicks 'Approve &amp; Digital Sign'.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Step 6: Official Barcoded Report Print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Print official report with security QR code and verified signature.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228600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🔬 QUALITY CONTROL &amp;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488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Double check sample container barcode against patient token before draw.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Panic/Critical values: Immediately notify attending consultant phone.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Unbilled tests cannot be processed — ensure cashier invoice clearance.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97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📊 SUPPORTED TEST TEMPLATES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7091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EA5E9"/>
                </a:solidFill>
              </a:defRPr>
            </a:pPr>
            <a:r>
              <a:t>• Hematology: CBC with ESR, Peripheral Blood Film (PBF)</a:t>
            </a:r>
          </a:p>
          <a:p>
            <a:pPr>
              <a:spcAft>
                <a:spcPts val="400"/>
              </a:spcAft>
              <a:defRPr sz="1100">
                <a:solidFill>
                  <a:srgbClr val="0EA5E9"/>
                </a:solidFill>
              </a:defRPr>
            </a:pPr>
            <a:r>
              <a:t>• Biochemistry: Lipid Profile, LFT, KFT, Serum Electrolytes, HbA1c</a:t>
            </a:r>
          </a:p>
          <a:p>
            <a:pPr>
              <a:spcAft>
                <a:spcPts val="400"/>
              </a:spcAft>
              <a:defRPr sz="1100">
                <a:solidFill>
                  <a:srgbClr val="0EA5E9"/>
                </a:solidFill>
              </a:defRPr>
            </a:pPr>
            <a:r>
              <a:t>• Serology &amp; Immunoassay: Dengue NS1/IgG/IgM, Troponin-I, Thyroid Profile</a:t>
            </a:r>
          </a:p>
          <a:p>
            <a:pPr>
              <a:spcAft>
                <a:spcPts val="400"/>
              </a:spcAft>
              <a:defRPr sz="1100">
                <a:solidFill>
                  <a:srgbClr val="0EA5E9"/>
                </a:solidFill>
              </a:defRPr>
            </a:pPr>
            <a:r>
              <a:t>• Radiology: Chest X-Ray digital PACS linkage, USG reporting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IN-PATIENT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IPD &amp; Ward / Bed Matrix Management (/app/beds &amp; /app/ipd)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28016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VISUAL COLOR CODED BED STATUS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🟢 GREEN = Vacant &amp; Sanitized  |  🔴 RED = Occupied In-Patient  |  🟡 YELLOW = Discharged / Housekeeping  |  🔵 BLUE = Reserved (OT / Emergency)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5212080" cy="329184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PATIENT ADMISSION &amp; TRANSFERS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6616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1. Click Any Green Bed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</a:defRPr>
            </a:pPr>
            <a:r>
              <a:t>Select any vacant bed in General Ward, Cabin, HDU, or ICU.</a:t>
            </a:r>
          </a:p>
          <a:p>
            <a:pPr>
              <a:defRPr sz="1200" b="1">
                <a:solidFill>
                  <a:srgbClr val="0EA5E9"/>
                </a:solidFill>
              </a:defRPr>
            </a:pPr>
            <a:r>
              <a:t>2. Assign Patient &amp; Consultant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</a:defRPr>
            </a:pPr>
            <a:r>
              <a:t>Search patient by UHID. Select admitting doctor and initial diagnosis.</a:t>
            </a:r>
          </a:p>
          <a:p>
            <a:pPr>
              <a:defRPr sz="1200" b="1">
                <a:solidFill>
                  <a:srgbClr val="0EA5E9"/>
                </a:solidFill>
              </a:defRPr>
            </a:pPr>
            <a:r>
              <a:t>3. Instant Status Update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</a:defRPr>
            </a:pPr>
            <a:r>
              <a:t>Bed status flips to RED across all hospital terminals immediately.</a:t>
            </a:r>
          </a:p>
          <a:p>
            <a:pPr>
              <a:defRPr sz="1200" b="1">
                <a:solidFill>
                  <a:srgbClr val="0EA5E9"/>
                </a:solidFill>
              </a:defRPr>
            </a:pPr>
            <a:r>
              <a:t>4. Bed Transfer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</a:defRPr>
            </a:pPr>
            <a:r>
              <a:t>If shifted to ICU or Cabin, click 'Transfer Bed' — billing updates bed rates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017520"/>
            <a:ext cx="5212080" cy="329184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2004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NURSING CHARTING &amp; DISCHARGE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56616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1. Hourly Vitals &amp; Intake/Output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</a:defRPr>
            </a:pPr>
            <a:r>
              <a:t>Nursing station records periodic vitals, IV fluid intake, and catheter output.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2. Medication Administration Record (MAR)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</a:defRPr>
            </a:pPr>
            <a:r>
              <a:t>Nurse checks off administered doses against doctor's active prescription.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3. Discharge Clearance Request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</a:defRPr>
            </a:pPr>
            <a:r>
              <a:t>Doctor prepares Discharge Summary. Nurse initiates clearance request.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4. Financial &amp; Pharmacy Clearance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</a:defRPr>
            </a:pPr>
            <a:r>
              <a:t>Once bill is settled at Cashier, bed flips to YELLOW for sanitization.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PHARMACY DISPENSING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Pharmacy POS &amp; Medicine Dispensing (/app/pharmacy)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486400" cy="475488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MEDICINE DISPENSING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t>Step 1: Scan Prescription Barcode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Point 2D barcode scanner at prescription header. Doctor's prescribed drugs load instantly.</a:t>
            </a:r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Step 2: Scan Medicine Pack Barcode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Scan barcode on medicine box/strip. System matches product and selects active batch.</a:t>
            </a:r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Step 3: Expiry Date &amp; Stock Validation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System blocks expired drugs automatically. Prevents dispensing if stock is zero.</a:t>
            </a:r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Step 4: Customer Instructions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Dosage (1+0+1, after food) prints automatically on the receipt slip in Bengali/English.</a:t>
            </a:r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Step 5: Collect Payment &amp; Print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Click 'Complete POS Sale'. 80mm thermal receipt prints instantly. Stock balance auto-deducts.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554480"/>
            <a:ext cx="4937760" cy="228600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7373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📦 INVENTORY SAFEGUARDS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148840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FEFO Rule (First-Expiry-First-Out) strictly enforced by POS.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Low stock alerts trigger at threshold (&lt;50 strips).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Batch numbers printed clearly on every customer receipt for safety.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114800"/>
            <a:ext cx="4937760" cy="219456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42976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💳 PAYMENT OPTIONS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470916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EA5E9"/>
                </a:solidFill>
              </a:defRPr>
            </a:pPr>
            <a:r>
              <a:t>• Cash: Enter given notes, auto change calculation.</a:t>
            </a:r>
          </a:p>
          <a:p>
            <a:pPr>
              <a:spcAft>
                <a:spcPts val="400"/>
              </a:spcAft>
              <a:defRPr sz="1100">
                <a:solidFill>
                  <a:srgbClr val="0EA5E9"/>
                </a:solidFill>
              </a:defRPr>
            </a:pPr>
            <a:r>
              <a:t>• Mobile Money: bKash / Nagad QR code scan &amp; TrxID recording.</a:t>
            </a:r>
          </a:p>
          <a:p>
            <a:pPr>
              <a:spcAft>
                <a:spcPts val="400"/>
              </a:spcAft>
              <a:defRPr sz="1100">
                <a:solidFill>
                  <a:srgbClr val="0EA5E9"/>
                </a:solidFill>
              </a:defRPr>
            </a:pPr>
            <a:r>
              <a:t>• Credit/Debit Card: POS machine slip reference entry.</a:t>
            </a:r>
          </a:p>
          <a:p>
            <a:pPr>
              <a:spcAft>
                <a:spcPts val="400"/>
              </a:spcAft>
              <a:defRPr sz="1100">
                <a:solidFill>
                  <a:srgbClr val="0EA5E9"/>
                </a:solidFill>
              </a:defRPr>
            </a:pPr>
            <a:r>
              <a:t>• IPD Credit: Add to in-patient running ledger for discharge settlement.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FINANCIAL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Billing Counter &amp; Thermal Receipt Operations (/app/billing)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486400" cy="475488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CASHIER OPERATING PROCEDURE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59E0B"/>
                </a:solidFill>
              </a:defRPr>
            </a:pPr>
            <a:r>
              <a:t>Step 1: Patient Search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Type patient's mobile number or UHID. All pending doctor fees and lab tests load automatically.</a:t>
            </a:r>
          </a:p>
          <a:p>
            <a:pPr>
              <a:defRPr sz="1250" b="1">
                <a:solidFill>
                  <a:srgbClr val="F59E0B"/>
                </a:solidFill>
              </a:defRPr>
            </a:pPr>
            <a:r>
              <a:t>Step 2: Add Miscellaneous Items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Click '+ Add Item' to include oxygen, ambulance, dressing, or nursing charges if needed.</a:t>
            </a:r>
          </a:p>
          <a:p>
            <a:pPr>
              <a:defRPr sz="1250" b="1">
                <a:solidFill>
                  <a:srgbClr val="F59E0B"/>
                </a:solidFill>
              </a:defRPr>
            </a:pPr>
            <a:r>
              <a:t>Step 3: Apply Approved Discount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Enter discount amount or percentage. System logs cashier ID and requires reason.</a:t>
            </a:r>
          </a:p>
          <a:p>
            <a:pPr>
              <a:defRPr sz="1250" b="1">
                <a:solidFill>
                  <a:srgbClr val="F59E0B"/>
                </a:solidFill>
              </a:defRPr>
            </a:pPr>
            <a:r>
              <a:t>Step 4: Tag Referral Partner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Select referring doctor or partner clinic. System calculates partner commission in background.</a:t>
            </a:r>
          </a:p>
          <a:p>
            <a:pPr>
              <a:defRPr sz="1250" b="1">
                <a:solidFill>
                  <a:srgbClr val="F59E0B"/>
                </a:solidFill>
              </a:defRPr>
            </a:pPr>
            <a:r>
              <a:t>Step 5: Collect Payment &amp; Print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Click 'Collect Payment &amp; Print Receipt'. 80mm ESC/POS thermal printer cuts receipt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554480"/>
            <a:ext cx="4937760" cy="228600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7373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🖨️ ZERO-DOWN-TIME PRINTING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148840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0B981"/>
                </a:solidFill>
              </a:defRPr>
            </a:pPr>
            <a:r>
              <a:t>• Native USB ESC/POS thermal dispatch for fast cutting &amp; crisp printing.</a:t>
            </a:r>
          </a:p>
          <a:p>
            <a:pPr>
              <a:spcAft>
                <a:spcPts val="400"/>
              </a:spcAft>
              <a:defRPr sz="1100">
                <a:solidFill>
                  <a:srgbClr val="10B981"/>
                </a:solidFill>
              </a:defRPr>
            </a:pPr>
            <a:r>
              <a:t>• Automatic Failover: If USB printer is unplugged, system falls back to Browser Print (Ctrl+P) instantly.</a:t>
            </a:r>
          </a:p>
          <a:p>
            <a:pPr>
              <a:spcAft>
                <a:spcPts val="400"/>
              </a:spcAft>
              <a:defRPr sz="1100">
                <a:solidFill>
                  <a:srgbClr val="10B981"/>
                </a:solidFill>
              </a:defRPr>
            </a:pPr>
            <a:r>
              <a:t>• Customer receipt includes QR code, itemized breakdown, and hospital tax info.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114800"/>
            <a:ext cx="4937760" cy="219456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42976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📊 DOUBLE-ENTRY LEDGER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470916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Automatic General Ledger posting (Chart of Accounts: 1010 Cash, 4010 Income).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Day-end Cash Reconciliation report in 1 click (/app/billing/reconciliation).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Zero chance of missing transactions or duplicate invoice numbers.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EMERGENCY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24/7 Emergency &amp; Rapid Triage System (/app/emergency)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🔴 RED: RESUSCITATION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F4444"/>
                </a:solidFill>
              </a:defRPr>
            </a:pPr>
            <a:r>
              <a:t>Response Time: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IMMEDIATE (0 Seconds)</a:t>
            </a:r>
          </a:p>
          <a:p>
            <a:pPr>
              <a:defRPr sz="1150" b="1">
                <a:solidFill>
                  <a:srgbClr val="EF4444"/>
                </a:solidFill>
              </a:defRPr>
            </a:pPr>
            <a:r>
              <a:t>Conditions: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Cardiac arrest, severe polytrauma, massive hemorrhage, respiratory failure, unconsciousness.</a:t>
            </a:r>
          </a:p>
          <a:p>
            <a:pPr>
              <a:defRPr sz="1150" b="1">
                <a:solidFill>
                  <a:srgbClr val="EF4444"/>
                </a:solidFill>
              </a:defRPr>
            </a:pPr>
            <a:r>
              <a:t>Action: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Do NOT wait for registration or billing! Shift directly to Red Resuscitation Bay or OT.</a:t>
            </a:r>
          </a:p>
          <a:p>
            <a:pPr>
              <a:defRPr sz="1150" b="1">
                <a:solidFill>
                  <a:srgbClr val="EF4444"/>
                </a:solidFill>
              </a:defRPr>
            </a:pPr>
            <a:r>
              <a:t>System: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Issue 1-click Emergency Token (e.g. EMG-8821). Enter bio-data after patient stabilization.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373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🟡 YELLOW: URGENT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488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9E0B"/>
                </a:solidFill>
              </a:defRPr>
            </a:pPr>
            <a:r>
              <a:t>Response Time: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WITHIN 15 MINUTES</a:t>
            </a:r>
          </a:p>
          <a:p>
            <a:pPr>
              <a:defRPr sz="1150" b="1">
                <a:solidFill>
                  <a:srgbClr val="F59E0B"/>
                </a:solidFill>
              </a:defRPr>
            </a:pPr>
            <a:r>
              <a:t>Conditions: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Severe abdominal pain, open fractures, persistent high fever, uncontrolled vomiting, deep lacerations.</a:t>
            </a:r>
          </a:p>
          <a:p>
            <a:pPr>
              <a:defRPr sz="1150" b="1">
                <a:solidFill>
                  <a:srgbClr val="F59E0B"/>
                </a:solidFill>
              </a:defRPr>
            </a:pPr>
            <a:r>
              <a:t>Action: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Assign Yellow Observation Bed. Duty MO assesses vitals and initiates IV line.</a:t>
            </a:r>
          </a:p>
          <a:p>
            <a:pPr>
              <a:defRPr sz="1150" b="1">
                <a:solidFill>
                  <a:srgbClr val="F59E0B"/>
                </a:solidFill>
              </a:defRPr>
            </a:pPr>
            <a:r>
              <a:t>System: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Record quick triage notes and order STAT investigations.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373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🟢 GREEN: NON-URGENT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488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</a:defRPr>
            </a:pPr>
            <a:r>
              <a:t>Response Time: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WITHIN 60 MINUTES</a:t>
            </a:r>
          </a:p>
          <a:p>
            <a:pPr>
              <a:defRPr sz="1150" b="1">
                <a:solidFill>
                  <a:srgbClr val="10B981"/>
                </a:solidFill>
              </a:defRPr>
            </a:pPr>
            <a:r>
              <a:t>Conditions: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Minor abrasions, mild fever, cold, rash, chronic ache without acute distress.</a:t>
            </a:r>
          </a:p>
          <a:p>
            <a:pPr>
              <a:defRPr sz="1150" b="1">
                <a:solidFill>
                  <a:srgbClr val="10B981"/>
                </a:solidFill>
              </a:defRPr>
            </a:pPr>
            <a:r>
              <a:t>Action: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Direct to standard OPD consultation queue or minor dressing procedure room.</a:t>
            </a:r>
          </a:p>
          <a:p>
            <a:pPr>
              <a:defRPr sz="1150" b="1">
                <a:solidFill>
                  <a:srgbClr val="10B981"/>
                </a:solidFill>
              </a:defRPr>
            </a:pPr>
            <a:r>
              <a:t>System: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Issue standard OPD ticket and consultation token.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SUPPORT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Hardware Setup, Troubleshooting &amp; Staff Cheat Sheet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TROUBLESHOOTING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9E0B"/>
                </a:solidFill>
              </a:defRPr>
            </a:pPr>
            <a:r>
              <a:t>Problem: Thermal printer not printing?</a:t>
            </a:r>
          </a:p>
          <a:p>
            <a:pPr>
              <a:spcAft>
                <a:spcPts val="500"/>
              </a:spcAft>
              <a:defRPr sz="1050">
                <a:solidFill>
                  <a:srgbClr val="CBD5E1"/>
                </a:solidFill>
              </a:defRPr>
            </a:pPr>
            <a:r>
              <a:t>Fix: Check if USB cable is plugged in. Go to /app/settings/hardware. If disconnected, switch toggle to 'Browser Print' to print via system dialog.</a:t>
            </a:r>
          </a:p>
          <a:p>
            <a:pPr>
              <a:defRPr sz="1150" b="1">
                <a:solidFill>
                  <a:srgbClr val="F59E0B"/>
                </a:solidFill>
              </a:defRPr>
            </a:pPr>
            <a:r>
              <a:t>Problem: Screen shows outdated data?</a:t>
            </a:r>
          </a:p>
          <a:p>
            <a:pPr>
              <a:spcAft>
                <a:spcPts val="500"/>
              </a:spcAft>
              <a:defRPr sz="1050">
                <a:solidFill>
                  <a:srgbClr val="CBD5E1"/>
                </a:solidFill>
              </a:defRPr>
            </a:pPr>
            <a:r>
              <a:t>Fix: Press 'Ctrl + F5' on your keyboard to perform a hard refresh and load the latest release.</a:t>
            </a:r>
          </a:p>
          <a:p>
            <a:pPr>
              <a:defRPr sz="1150" b="1">
                <a:solidFill>
                  <a:srgbClr val="F59E0B"/>
                </a:solidFill>
              </a:defRPr>
            </a:pPr>
            <a:r>
              <a:t>Problem: Barcode scanner not reading?</a:t>
            </a:r>
          </a:p>
          <a:p>
            <a:pPr>
              <a:spcAft>
                <a:spcPts val="500"/>
              </a:spcAft>
              <a:defRPr sz="1050">
                <a:solidFill>
                  <a:srgbClr val="CBD5E1"/>
                </a:solidFill>
              </a:defRPr>
            </a:pPr>
            <a:r>
              <a:t>Fix: Unplug scanner USB and plug into a different port. Clean scanner glass with microfiber cloth.</a:t>
            </a:r>
          </a:p>
          <a:p>
            <a:pPr>
              <a:defRPr sz="1150" b="1">
                <a:solidFill>
                  <a:srgbClr val="F59E0B"/>
                </a:solidFill>
              </a:defRPr>
            </a:pPr>
            <a:r>
              <a:t>Problem: Cannot find patient file?</a:t>
            </a:r>
          </a:p>
          <a:p>
            <a:pPr>
              <a:spcAft>
                <a:spcPts val="500"/>
              </a:spcAft>
              <a:defRPr sz="1050">
                <a:solidFill>
                  <a:srgbClr val="CBD5E1"/>
                </a:solidFill>
              </a:defRPr>
            </a:pPr>
            <a:r>
              <a:t>Fix: Always search by 11-digit mobile number first. If spelled differently, mobile search always succeeds.</a:t>
            </a:r>
          </a:p>
          <a:p>
            <a:pPr>
              <a:defRPr sz="1150" b="1">
                <a:solidFill>
                  <a:srgbClr val="F59E0B"/>
                </a:solidFill>
              </a:defRPr>
            </a:pPr>
            <a:r>
              <a:t>Problem: Internet disconnected?</a:t>
            </a:r>
          </a:p>
          <a:p>
            <a:pPr>
              <a:spcAft>
                <a:spcPts val="500"/>
              </a:spcAft>
              <a:defRPr sz="1050">
                <a:solidFill>
                  <a:srgbClr val="CBD5E1"/>
                </a:solidFill>
              </a:defRPr>
            </a:pPr>
            <a:r>
              <a:t>Fix: Offline caching allows queuing tokens and viewing recent active patients.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31E3A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HOSPITAL STAFF CHECKLIST FOR SMOOTH 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488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EA5E9"/>
                </a:solidFill>
              </a:defRPr>
            </a:pPr>
            <a:r>
              <a:t>🌅 Morning Shift Opening (08:00 AM)</a:t>
            </a:r>
          </a:p>
          <a:p>
            <a:pPr>
              <a:spcAft>
                <a:spcPts val="500"/>
              </a:spcAft>
              <a:defRPr sz="1050">
                <a:solidFill>
                  <a:srgbClr val="CBD5E1"/>
                </a:solidFill>
              </a:defRPr>
            </a:pPr>
            <a:r>
              <a:t>Check receipt paper rolls in all thermal printers. Turn on Waiting Queue TV screens. Verify cash float.</a:t>
            </a:r>
          </a:p>
          <a:p>
            <a:pPr>
              <a:defRPr sz="1150" b="1">
                <a:solidFill>
                  <a:srgbClr val="0EA5E9"/>
                </a:solidFill>
              </a:defRPr>
            </a:pPr>
            <a:r>
              <a:t>🩺 Doctor Consultation Hours</a:t>
            </a:r>
          </a:p>
          <a:p>
            <a:pPr>
              <a:spcAft>
                <a:spcPts val="500"/>
              </a:spcAft>
              <a:defRPr sz="1050">
                <a:solidFill>
                  <a:srgbClr val="CBD5E1"/>
                </a:solidFill>
              </a:defRPr>
            </a:pPr>
            <a:r>
              <a:t>Keep consultation room queue open. Record vitals accurately. Advise patients to take printed token.</a:t>
            </a:r>
          </a:p>
          <a:p>
            <a:pPr>
              <a:defRPr sz="1150" b="1">
                <a:solidFill>
                  <a:srgbClr val="0EA5E9"/>
                </a:solidFill>
              </a:defRPr>
            </a:pPr>
            <a:r>
              <a:t>🔬 Lab &amp; Diagnostics Operations</a:t>
            </a:r>
          </a:p>
          <a:p>
            <a:pPr>
              <a:spcAft>
                <a:spcPts val="500"/>
              </a:spcAft>
              <a:defRPr sz="1050">
                <a:solidFill>
                  <a:srgbClr val="CBD5E1"/>
                </a:solidFill>
              </a:defRPr>
            </a:pPr>
            <a:r>
              <a:t>Run daily QC calibration. Recheck barcode vials. Verify report with pathologist before printing.</a:t>
            </a:r>
          </a:p>
          <a:p>
            <a:pPr>
              <a:defRPr sz="1150" b="1">
                <a:solidFill>
                  <a:srgbClr val="0EA5E9"/>
                </a:solidFill>
              </a:defRPr>
            </a:pPr>
            <a:r>
              <a:t>💰 Cashier Shift Handover (02:00 PM &amp; 10:00 PM)</a:t>
            </a:r>
          </a:p>
          <a:p>
            <a:pPr>
              <a:spcAft>
                <a:spcPts val="500"/>
              </a:spcAft>
              <a:defRPr sz="1050">
                <a:solidFill>
                  <a:srgbClr val="CBD5E1"/>
                </a:solidFill>
              </a:defRPr>
            </a:pPr>
            <a:r>
              <a:t>Run Cash Reconciliation Report (/app/billing/reconciliation). Count cash in drawer and match against system total.</a:t>
            </a:r>
          </a:p>
          <a:p>
            <a:pPr>
              <a:defRPr sz="1150" b="1">
                <a:solidFill>
                  <a:srgbClr val="0EA5E9"/>
                </a:solidFill>
              </a:defRPr>
            </a:pPr>
            <a:r>
              <a:t>🌙 Night Shift Handover</a:t>
            </a:r>
          </a:p>
          <a:p>
            <a:pPr>
              <a:spcAft>
                <a:spcPts val="500"/>
              </a:spcAft>
              <a:defRPr sz="1050">
                <a:solidFill>
                  <a:srgbClr val="CBD5E1"/>
                </a:solidFill>
              </a:defRPr>
            </a:pPr>
            <a:r>
              <a:t>Check emergency department readiness. Verify active IPD bed statuses. Back up daily audit ledger.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